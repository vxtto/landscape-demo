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1fdf4589c4ff8" /><Relationship Type="http://schemas.openxmlformats.org/officeDocument/2006/relationships/extended-properties" Target="/docProps/app.xml" Id="Rff6fce095e44478e" /><Relationship Type="http://schemas.openxmlformats.org/officeDocument/2006/relationships/officeDocument" Target="/ppt/presentation.xml" Id="R5dee98c61b4e47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3b589831e945bc"/>
  </p:sldMasterIdLst>
  <p:notesMasterIdLst>
    <p:notesMasterId xmlns:r="http://schemas.openxmlformats.org/officeDocument/2006/relationships" r:id="R5dd1926e2eab47b0"/>
  </p:notesMasterIdLst>
  <p:sldIdLst>
    <p:sldId xmlns:r="http://schemas.openxmlformats.org/officeDocument/2006/relationships" id="256" r:id="R72139640934640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43f14756743a9" /><Relationship Type="http://schemas.openxmlformats.org/officeDocument/2006/relationships/slideMaster" Target="/ppt/slideMasters/slideMaster1.xml" Id="R1c3b589831e945bc" /><Relationship Type="http://schemas.openxmlformats.org/officeDocument/2006/relationships/notesMaster" Target="/ppt/notesMasters/notesMaster1.xml" Id="R5dd1926e2eab47b0" /><Relationship Type="http://schemas.openxmlformats.org/officeDocument/2006/relationships/presProps" Target="/ppt/presProps.xml" Id="R2bed3a11ccb346f5" /><Relationship Type="http://schemas.openxmlformats.org/officeDocument/2006/relationships/tableStyles" Target="/ppt/tableStyles.xml" Id="R06f6d5b1037d445a" /><Relationship Type="http://schemas.openxmlformats.org/officeDocument/2006/relationships/slide" Target="/ppt/slides/slide1.xml" Id="R72139640934640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c0bdf7d97f41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d8f4c237a54903" /><Relationship Type="http://schemas.openxmlformats.org/officeDocument/2006/relationships/notesMaster" Target="/ppt/notesMasters/notesMaster1.xml" Id="Rb56860d62e2542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这一页只讲一个观察：awesome 的用途正在变化。</a:t>
            </a:r>
          </a:p>
          <a:p xmlns:a="http://schemas.openxmlformats.org/drawingml/2006/main">
            <a:r>
              <a:t>左边的经典列表仍然主要给人看。越往右，整理出来的知识越接近 agent 可以直接使用的东西：一份 Markdown、一个 skill 文件夹、一条安装命令，或者一整套工程方法。</a:t>
            </a:r>
          </a:p>
          <a:p xmlns:a="http://schemas.openxmlformats.org/drawingml/2006/main">
            <a:r>
              <a:t>不要逐项念指标。每列挑一个例子讲清楚它实际解决什么问题。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https://github.com/sindresorhus/awesome</a:t>
            </a:r>
          </a:p>
          <a:p xmlns:a="http://schemas.openxmlformats.org/drawingml/2006/main">
            <a:r>
              <a:t>- https://github.com/punkpeye/awesome-mcp-servers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https://github.com/github/spec-kit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f6edfa1b3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d10c5dbdf84337" /><Relationship Type="http://schemas.openxmlformats.org/officeDocument/2006/relationships/slideLayout" Target="/ppt/slideLayouts/slideLayout1.xml" Id="Rb6df104784304e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f104784304e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"/>
          <a:ea typeface="Alibaba PuHuiTi"/>
          <a:cs typeface="Alibaba PuHuiT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4919916054052" /><Relationship Type="http://schemas.openxmlformats.org/officeDocument/2006/relationships/notesSlide" Target="/ppt/notesSlides/notesSlide1.xml" Id="Rd67ca7c8631544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itle">
            <a:extLst xmlns:a="http://schemas.openxmlformats.org/drawingml/2006/main">
              <a:ext uri="{FF2B5EF4-FFF2-40B4-BE49-F238E27FC236}">
                <a16:creationId xmlns:a16="http://schemas.microsoft.com/office/drawing/2014/main" id="{15E3EFC4-0C2A-4F18-BF66-7BC9634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36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 仓库开始被 agent 直接使用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7862D6-B438-46C7-87DA-B59248F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8 个项目，看看一份“清单”怎样逐渐变成文件、安装入口和工作方法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4B81B9A-8501-482A-B0C9-8ECB3BD9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04925"/>
            <a:ext cx="11353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stage-discover">
            <a:extLst xmlns:a="http://schemas.openxmlformats.org/drawingml/2006/main">
              <a:ext uri="{FF2B5EF4-FFF2-40B4-BE49-F238E27FC236}">
                <a16:creationId xmlns:a16="http://schemas.microsoft.com/office/drawing/2014/main" id="{A28D8B76-3DA3-447D-B44B-3E4EFFA8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A8CC"/>
          </a:solidFill>
          <a:ln xmlns:a="http://schemas.openxmlformats.org/drawingml/2006/main" w="0">
            <a:solidFill>
              <a:srgbClr val="E9A8CC"/>
            </a:solidFill>
            <a:prstDash val="solid"/>
          </a:ln>
        </p:spPr>
      </p:sp>
      <p:sp>
        <p:nvSpPr>
          <p:cNvPr id="5" name="DISCOVER-title">
            <a:extLst xmlns:a="http://schemas.openxmlformats.org/drawingml/2006/main">
              <a:ext uri="{FF2B5EF4-FFF2-40B4-BE49-F238E27FC236}">
                <a16:creationId xmlns:a16="http://schemas.microsoft.com/office/drawing/2014/main" id="{D625F943-3C40-4859-8266-0075EC11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01  DISCOVER</a:t>
            </a:r>
          </a:p>
        </p:txBody>
      </p:sp>
      <p:sp>
        <p:nvSpPr>
          <p:cNvPr id="6" name="DISCOVER-subtitle">
            <a:extLst xmlns:a="http://schemas.openxmlformats.org/drawingml/2006/main">
              <a:ext uri="{FF2B5EF4-FFF2-40B4-BE49-F238E27FC236}">
                <a16:creationId xmlns:a16="http://schemas.microsoft.com/office/drawing/2014/main" id="{E73924BE-EEAA-4DF5-93D3-90F2221A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人来读，自己挑</a:t>
            </a:r>
          </a:p>
        </p:txBody>
      </p:sp>
      <p:sp>
        <p:nvSpPr>
          <p:cNvPr id="7" name="project-DISCOVER-1">
            <a:extLst xmlns:a="http://schemas.openxmlformats.org/drawingml/2006/main">
              <a:ext uri="{FF2B5EF4-FFF2-40B4-BE49-F238E27FC236}">
                <a16:creationId xmlns:a16="http://schemas.microsoft.com/office/drawing/2014/main" id="{A3DAD184-E75F-4786-A05C-5E7C365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</a:t>
            </a:r>
          </a:p>
        </p:txBody>
      </p:sp>
      <p:sp>
        <p:nvSpPr>
          <p:cNvPr id="8" name="owner-DISCOVER-1">
            <a:extLst xmlns:a="http://schemas.openxmlformats.org/drawingml/2006/main">
              <a:ext uri="{FF2B5EF4-FFF2-40B4-BE49-F238E27FC236}">
                <a16:creationId xmlns:a16="http://schemas.microsoft.com/office/drawing/2014/main" id="{EB4B1A5D-8120-4A72-B41C-7C84821E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sindresorhus</a:t>
            </a:r>
          </a:p>
        </p:txBody>
      </p:sp>
      <p:sp>
        <p:nvSpPr>
          <p:cNvPr id="9" name="description-DISCOVER-1">
            <a:extLst xmlns:a="http://schemas.openxmlformats.org/drawingml/2006/main">
              <a:ext uri="{FF2B5EF4-FFF2-40B4-BE49-F238E27FC236}">
                <a16:creationId xmlns:a16="http://schemas.microsoft.com/office/drawing/2014/main" id="{259EFBFC-D03E-44D5-A9DF-EF877277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经典元目录。人按主题浏览，再进入下一份列表。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6EF8F72-FC5C-47D2-A03F-94748EC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11" name="project-DISCOVER-2">
            <a:extLst xmlns:a="http://schemas.openxmlformats.org/drawingml/2006/main">
              <a:ext uri="{FF2B5EF4-FFF2-40B4-BE49-F238E27FC236}">
                <a16:creationId xmlns:a16="http://schemas.microsoft.com/office/drawing/2014/main" id="{F4AC34CC-C6B8-4F28-8905-72582847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awesome-mcp-servers</a:t>
            </a:r>
          </a:p>
        </p:txBody>
      </p:sp>
      <p:sp>
        <p:nvSpPr>
          <p:cNvPr id="12" name="owner-DISCOVER-2">
            <a:extLst xmlns:a="http://schemas.openxmlformats.org/drawingml/2006/main">
              <a:ext uri="{FF2B5EF4-FFF2-40B4-BE49-F238E27FC236}">
                <a16:creationId xmlns:a16="http://schemas.microsoft.com/office/drawing/2014/main" id="{87CCE0CA-A364-4D4F-B2BA-FB4A1DA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punkpeye</a:t>
            </a:r>
          </a:p>
        </p:txBody>
      </p:sp>
      <p:sp>
        <p:nvSpPr>
          <p:cNvPr id="13" name="description-DISCOVER-2">
            <a:extLst xmlns:a="http://schemas.openxmlformats.org/drawingml/2006/main">
              <a:ext uri="{FF2B5EF4-FFF2-40B4-BE49-F238E27FC236}">
                <a16:creationId xmlns:a16="http://schemas.microsoft.com/office/drawing/2014/main" id="{2E5C4514-8EA5-41E0-9B2F-2ADE7E12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收集 MCP servers，帮人找到 agent 能调用的数据源和工具。</a:t>
            </a:r>
          </a:p>
        </p:txBody>
      </p:sp>
      <p:sp>
        <p:nvSpPr>
          <p:cNvPr id="14" name="stage-reuse">
            <a:extLst xmlns:a="http://schemas.openxmlformats.org/drawingml/2006/main">
              <a:ext uri="{FF2B5EF4-FFF2-40B4-BE49-F238E27FC236}">
                <a16:creationId xmlns:a16="http://schemas.microsoft.com/office/drawing/2014/main" id="{F63A8EF1-B738-491B-AA06-03E5820A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A9E5"/>
          </a:solidFill>
          <a:ln xmlns:a="http://schemas.openxmlformats.org/drawingml/2006/main" w="0">
            <a:solidFill>
              <a:srgbClr val="CDA9E5"/>
            </a:solidFill>
            <a:prstDash val="solid"/>
          </a:ln>
        </p:spPr>
      </p:sp>
      <p:sp>
        <p:nvSpPr>
          <p:cNvPr id="15" name="REUSE-title">
            <a:extLst xmlns:a="http://schemas.openxmlformats.org/drawingml/2006/main">
              <a:ext uri="{FF2B5EF4-FFF2-40B4-BE49-F238E27FC236}">
                <a16:creationId xmlns:a16="http://schemas.microsoft.com/office/drawing/2014/main" id="{6939A058-F15E-4912-A7E5-CF4C896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02  REUSE</a:t>
            </a:r>
          </a:p>
        </p:txBody>
      </p:sp>
      <p:sp>
        <p:nvSpPr>
          <p:cNvPr id="16" name="REUSE-subtitle">
            <a:extLst xmlns:a="http://schemas.openxmlformats.org/drawingml/2006/main">
              <a:ext uri="{FF2B5EF4-FFF2-40B4-BE49-F238E27FC236}">
                <a16:creationId xmlns:a16="http://schemas.microsoft.com/office/drawing/2014/main" id="{CAE9D77C-509A-4121-A256-C13516AF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拿走一份文件</a:t>
            </a:r>
          </a:p>
        </p:txBody>
      </p:sp>
      <p:sp>
        <p:nvSpPr>
          <p:cNvPr id="17" name="project-REUSE-1">
            <a:extLst xmlns:a="http://schemas.openxmlformats.org/drawingml/2006/main">
              <a:ext uri="{FF2B5EF4-FFF2-40B4-BE49-F238E27FC236}">
                <a16:creationId xmlns:a16="http://schemas.microsoft.com/office/drawing/2014/main" id="{F3889F12-4673-46D8-8441-6F40D69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awesome-design-md</a:t>
            </a:r>
          </a:p>
        </p:txBody>
      </p:sp>
      <p:sp>
        <p:nvSpPr>
          <p:cNvPr id="18" name="owner-REUSE-1">
            <a:extLst xmlns:a="http://schemas.openxmlformats.org/drawingml/2006/main">
              <a:ext uri="{FF2B5EF4-FFF2-40B4-BE49-F238E27FC236}">
                <a16:creationId xmlns:a16="http://schemas.microsoft.com/office/drawing/2014/main" id="{18DC0A41-E05B-4782-82F1-8440F4D1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VoltAgent</a:t>
            </a:r>
          </a:p>
        </p:txBody>
      </p:sp>
      <p:sp>
        <p:nvSpPr>
          <p:cNvPr id="19" name="description-REUSE-1">
            <a:extLst xmlns:a="http://schemas.openxmlformats.org/drawingml/2006/main">
              <a:ext uri="{FF2B5EF4-FFF2-40B4-BE49-F238E27FC236}">
                <a16:creationId xmlns:a16="http://schemas.microsoft.com/office/drawing/2014/main" id="{A6CAFFCA-FB14-447F-845E-74C112D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把网站设计规则写进 DESIGN.md，coding agent 拿来就能做 UI。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AF7930C2-0909-4FF2-A603-0A1974BF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21" name="project-REUSE-2">
            <a:extLst xmlns:a="http://schemas.openxmlformats.org/drawingml/2006/main">
              <a:ext uri="{FF2B5EF4-FFF2-40B4-BE49-F238E27FC236}">
                <a16:creationId xmlns:a16="http://schemas.microsoft.com/office/drawing/2014/main" id="{E845F599-0DCE-4059-B442-EF7798CD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awesome-gpt-image-2</a:t>
            </a:r>
          </a:p>
        </p:txBody>
      </p:sp>
      <p:sp>
        <p:nvSpPr>
          <p:cNvPr id="22" name="owner-REUSE-2">
            <a:extLst xmlns:a="http://schemas.openxmlformats.org/drawingml/2006/main">
              <a:ext uri="{FF2B5EF4-FFF2-40B4-BE49-F238E27FC236}">
                <a16:creationId xmlns:a16="http://schemas.microsoft.com/office/drawing/2014/main" id="{167D485F-010B-41B6-BA37-1F0D7C80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freestylefly</a:t>
            </a:r>
          </a:p>
        </p:txBody>
      </p:sp>
      <p:sp>
        <p:nvSpPr>
          <p:cNvPr id="23" name="description-REUSE-2">
            <a:extLst xmlns:a="http://schemas.openxmlformats.org/drawingml/2006/main">
              <a:ext uri="{FF2B5EF4-FFF2-40B4-BE49-F238E27FC236}">
                <a16:creationId xmlns:a16="http://schemas.microsoft.com/office/drawing/2014/main" id="{9549E24B-E07B-45B8-8CA0-328C1CC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案例和模板共用一份 style library，并生成可安装的 agent skill。</a:t>
            </a:r>
          </a:p>
        </p:txBody>
      </p:sp>
      <p:sp>
        <p:nvSpPr>
          <p:cNvPr id="24" name="stage-install">
            <a:extLst xmlns:a="http://schemas.openxmlformats.org/drawingml/2006/main">
              <a:ext uri="{FF2B5EF4-FFF2-40B4-BE49-F238E27FC236}">
                <a16:creationId xmlns:a16="http://schemas.microsoft.com/office/drawing/2014/main" id="{DF9E9533-C102-4528-9813-1F286FDD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2EA"/>
          </a:solidFill>
          <a:ln xmlns:a="http://schemas.openxmlformats.org/drawingml/2006/main" w="0">
            <a:solidFill>
              <a:srgbClr val="A6C2EA"/>
            </a:solidFill>
            <a:prstDash val="solid"/>
          </a:ln>
        </p:spPr>
      </p:sp>
      <p:sp>
        <p:nvSpPr>
          <p:cNvPr id="25" name="INSTALL-title">
            <a:extLst xmlns:a="http://schemas.openxmlformats.org/drawingml/2006/main">
              <a:ext uri="{FF2B5EF4-FFF2-40B4-BE49-F238E27FC236}">
                <a16:creationId xmlns:a16="http://schemas.microsoft.com/office/drawing/2014/main" id="{93FBEF16-39B1-43ED-983B-C79FF9C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03  INSTALL</a:t>
            </a:r>
          </a:p>
        </p:txBody>
      </p:sp>
      <p:sp>
        <p:nvSpPr>
          <p:cNvPr id="26" name="INSTALL-subtitle">
            <a:extLst xmlns:a="http://schemas.openxmlformats.org/drawingml/2006/main">
              <a:ext uri="{FF2B5EF4-FFF2-40B4-BE49-F238E27FC236}">
                <a16:creationId xmlns:a16="http://schemas.microsoft.com/office/drawing/2014/main" id="{ABDFD972-831D-40B0-A6D4-F16F1B35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交给工具安装</a:t>
            </a:r>
          </a:p>
        </p:txBody>
      </p:sp>
      <p:sp>
        <p:nvSpPr>
          <p:cNvPr id="27" name="project-INSTALL-1">
            <a:extLst xmlns:a="http://schemas.openxmlformats.org/drawingml/2006/main">
              <a:ext uri="{FF2B5EF4-FFF2-40B4-BE49-F238E27FC236}">
                <a16:creationId xmlns:a16="http://schemas.microsoft.com/office/drawing/2014/main" id="{CBD840EE-72BD-4159-993E-42A8BF2F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skills</a:t>
            </a:r>
          </a:p>
        </p:txBody>
      </p:sp>
      <p:sp>
        <p:nvSpPr>
          <p:cNvPr id="28" name="owner-INSTALL-1">
            <a:extLst xmlns:a="http://schemas.openxmlformats.org/drawingml/2006/main">
              <a:ext uri="{FF2B5EF4-FFF2-40B4-BE49-F238E27FC236}">
                <a16:creationId xmlns:a16="http://schemas.microsoft.com/office/drawing/2014/main" id="{AE1E1F38-CDA4-4FEF-8F4D-A7C334E7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vercel-labs</a:t>
            </a:r>
          </a:p>
        </p:txBody>
      </p:sp>
      <p:sp>
        <p:nvSpPr>
          <p:cNvPr id="29" name="description-INSTALL-1">
            <a:extLst xmlns:a="http://schemas.openxmlformats.org/drawingml/2006/main">
              <a:ext uri="{FF2B5EF4-FFF2-40B4-BE49-F238E27FC236}">
                <a16:creationId xmlns:a16="http://schemas.microsoft.com/office/drawing/2014/main" id="{116A0FAD-5929-4AAA-A541-821A21A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用 npx 搜索、安装或运行 skill。列表有了包管理语义。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57C53CC5-C3CA-4B67-867E-7CDAEC9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31" name="project-INSTALL-2">
            <a:extLst xmlns:a="http://schemas.openxmlformats.org/drawingml/2006/main">
              <a:ext uri="{FF2B5EF4-FFF2-40B4-BE49-F238E27FC236}">
                <a16:creationId xmlns:a16="http://schemas.microsoft.com/office/drawing/2014/main" id="{32507F38-AB05-482A-B0ED-A0B790D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anthropics/skills</a:t>
            </a:r>
          </a:p>
        </p:txBody>
      </p:sp>
      <p:sp>
        <p:nvSpPr>
          <p:cNvPr id="32" name="owner-INSTALL-2">
            <a:extLst xmlns:a="http://schemas.openxmlformats.org/drawingml/2006/main">
              <a:ext uri="{FF2B5EF4-FFF2-40B4-BE49-F238E27FC236}">
                <a16:creationId xmlns:a16="http://schemas.microsoft.com/office/drawing/2014/main" id="{4D2E3CD9-D1DE-4A3A-859A-6B8B7A88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anthropics</a:t>
            </a:r>
          </a:p>
        </p:txBody>
      </p:sp>
      <p:sp>
        <p:nvSpPr>
          <p:cNvPr id="33" name="description-INSTALL-2">
            <a:extLst xmlns:a="http://schemas.openxmlformats.org/drawingml/2006/main">
              <a:ext uri="{FF2B5EF4-FFF2-40B4-BE49-F238E27FC236}">
                <a16:creationId xmlns:a16="http://schemas.microsoft.com/office/drawing/2014/main" id="{E12FC061-0C26-495B-858E-43ECE689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官方样例与规范。每项能力都是含说明、脚本和资源的文件夹。</a:t>
            </a:r>
          </a:p>
        </p:txBody>
      </p:sp>
      <p:sp>
        <p:nvSpPr>
          <p:cNvPr id="34" name="stage-operate">
            <a:extLst xmlns:a="http://schemas.openxmlformats.org/drawingml/2006/main">
              <a:ext uri="{FF2B5EF4-FFF2-40B4-BE49-F238E27FC236}">
                <a16:creationId xmlns:a16="http://schemas.microsoft.com/office/drawing/2014/main" id="{B2840F02-7EA2-45CE-9BDB-162E6F7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04950"/>
            <a:ext cx="2695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D3BC"/>
          </a:solidFill>
          <a:ln xmlns:a="http://schemas.openxmlformats.org/drawingml/2006/main" w="0">
            <a:solidFill>
              <a:srgbClr val="9DD3BC"/>
            </a:solidFill>
            <a:prstDash val="solid"/>
          </a:ln>
        </p:spPr>
      </p:sp>
      <p:sp>
        <p:nvSpPr>
          <p:cNvPr id="35" name="OPERATE-title">
            <a:extLst xmlns:a="http://schemas.openxmlformats.org/drawingml/2006/main">
              <a:ext uri="{FF2B5EF4-FFF2-40B4-BE49-F238E27FC236}">
                <a16:creationId xmlns:a16="http://schemas.microsoft.com/office/drawing/2014/main" id="{6B701249-0336-4D52-94AF-2697DAB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6002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0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04  OPERATE</a:t>
            </a:r>
          </a:p>
        </p:txBody>
      </p:sp>
      <p:sp>
        <p:nvSpPr>
          <p:cNvPr id="36" name="OPERATE-subtitle">
            <a:extLst xmlns:a="http://schemas.openxmlformats.org/drawingml/2006/main">
              <a:ext uri="{FF2B5EF4-FFF2-40B4-BE49-F238E27FC236}">
                <a16:creationId xmlns:a16="http://schemas.microsoft.com/office/drawing/2014/main" id="{B1EAE26A-32AD-49C0-94BF-6A0FD20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933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规定 agent 怎么做</a:t>
            </a:r>
          </a:p>
        </p:txBody>
      </p:sp>
      <p:sp>
        <p:nvSpPr>
          <p:cNvPr id="37" name="project-OPERATE-1">
            <a:extLst xmlns:a="http://schemas.openxmlformats.org/drawingml/2006/main">
              <a:ext uri="{FF2B5EF4-FFF2-40B4-BE49-F238E27FC236}">
                <a16:creationId xmlns:a16="http://schemas.microsoft.com/office/drawing/2014/main" id="{999695BB-357E-41CF-B640-1CFA387B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19350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superpowers</a:t>
            </a:r>
          </a:p>
        </p:txBody>
      </p:sp>
      <p:sp>
        <p:nvSpPr>
          <p:cNvPr id="38" name="owner-OPERATE-1">
            <a:extLst xmlns:a="http://schemas.openxmlformats.org/drawingml/2006/main">
              <a:ext uri="{FF2B5EF4-FFF2-40B4-BE49-F238E27FC236}">
                <a16:creationId xmlns:a16="http://schemas.microsoft.com/office/drawing/2014/main" id="{8EAE2AF0-1276-4518-A37E-0245F64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43200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obra</a:t>
            </a:r>
          </a:p>
        </p:txBody>
      </p:sp>
      <p:sp>
        <p:nvSpPr>
          <p:cNvPr id="39" name="description-OPERATE-1">
            <a:extLst xmlns:a="http://schemas.openxmlformats.org/drawingml/2006/main">
              <a:ext uri="{FF2B5EF4-FFF2-40B4-BE49-F238E27FC236}">
                <a16:creationId xmlns:a16="http://schemas.microsoft.com/office/drawing/2014/main" id="{3985E08A-48EF-442D-B182-16C4CAE5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57525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把澄清需求、写计划、TDD 和评审做成自动触发的 skills。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022DAC58-F6ED-4980-A73F-14BA04E8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2695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8CE"/>
          </a:solidFill>
          <a:ln xmlns:a="http://schemas.openxmlformats.org/drawingml/2006/main" w="0">
            <a:solidFill>
              <a:srgbClr val="C4C8CE"/>
            </a:solidFill>
            <a:prstDash val="solid"/>
          </a:ln>
        </p:spPr>
      </p:sp>
      <p:sp>
        <p:nvSpPr>
          <p:cNvPr id="41" name="project-OPERATE-2">
            <a:extLst xmlns:a="http://schemas.openxmlformats.org/drawingml/2006/main">
              <a:ext uri="{FF2B5EF4-FFF2-40B4-BE49-F238E27FC236}">
                <a16:creationId xmlns:a16="http://schemas.microsoft.com/office/drawing/2014/main" id="{B2DEE248-A5B1-40F1-9D00-1845686E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314825"/>
            <a:ext cx="2695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9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spec-kit</a:t>
            </a:r>
          </a:p>
        </p:txBody>
      </p:sp>
      <p:sp>
        <p:nvSpPr>
          <p:cNvPr id="42" name="owner-OPERATE-2">
            <a:extLst xmlns:a="http://schemas.openxmlformats.org/drawingml/2006/main">
              <a:ext uri="{FF2B5EF4-FFF2-40B4-BE49-F238E27FC236}">
                <a16:creationId xmlns:a16="http://schemas.microsoft.com/office/drawing/2014/main" id="{3E4CB61D-6ADD-4BA0-A5A1-7B434728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38675"/>
            <a:ext cx="269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github</a:t>
            </a:r>
          </a:p>
        </p:txBody>
      </p:sp>
      <p:sp>
        <p:nvSpPr>
          <p:cNvPr id="43" name="description-OPERATE-2">
            <a:extLst xmlns:a="http://schemas.openxmlformats.org/drawingml/2006/main">
              <a:ext uri="{FF2B5EF4-FFF2-40B4-BE49-F238E27FC236}">
                <a16:creationId xmlns:a16="http://schemas.microsoft.com/office/drawing/2014/main" id="{E13F76A8-55F9-4053-879F-3C6FD407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53000"/>
            <a:ext cx="26955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00" b="0">
                <a:solidFill>
                  <a:srgbClr val="545B65"/>
                </a:solidFill>
                <a:latin typeface="Alibaba PuHuiTi"/>
                <a:ea typeface="Alibaba PuHuiTi"/>
                <a:cs typeface="Alibaba PuHuiTi"/>
              </a:rPr>
              <a:t>先保存规格和验收条件，再让 agent 写代码。</a:t>
            </a:r>
          </a:p>
        </p:txBody>
      </p:sp>
    </p:spTree>
    <p:extLst>
      <p:ext uri="{BB962C8B-B14F-4D97-AF65-F5344CB8AC3E}">
        <p14:creationId xmlns:p14="http://schemas.microsoft.com/office/powerpoint/2010/main" val="1093017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2026-07-31T09:48:22.3440000Z</dcterms:created>
  <dcterms:modified xsi:type="dcterms:W3CDTF">2026-07-31T09:48:22.3440000Z</dcterms:modified>
</coreProperties>
</file>