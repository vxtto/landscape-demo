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26"/>
  </p:notesMasterIdLst>
  <p:sldIdLst>
    <p:sldId id="256" r:id="rId2"/>
    <p:sldId id="278" r:id="rId3"/>
    <p:sldId id="257" r:id="rId4"/>
    <p:sldId id="258" r:id="rId5"/>
    <p:sldId id="279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19"/>
    <p:sldId id="272" r:id="rId20"/>
    <p:sldId id="273" r:id="rId21"/>
    <p:sldId id="274" r:id="rId22"/>
    <p:sldId id="275" r:id="rId23"/>
    <p:sldId id="276" r:id="rId24"/>
    <p:sldId id="277" r:id="rId25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7548"/>
    <p:restoredTop sz="81831"/>
  </p:normalViewPr>
  <p:slideViewPr>
    <p:cSldViewPr snapToGrid="0">
      <p:cViewPr varScale="1">
        <p:scale>
          <a:sx n="100" d="100"/>
          <a:sy n="100" d="100"/>
        </p:scale>
        <p:origin x="904" y="1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5" Type="http://schemas.openxmlformats.org/officeDocument/2006/relationships/hyperlink" Target="https://landscape-demo-omega.vercel.app/" TargetMode="External"/><Relationship Id="rId4" Type="http://schemas.openxmlformats.org/officeDocument/2006/relationships/image" Target="../media/image6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4092912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60184802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0" y="112393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774284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E7D6E5E1-EC13-12FE-F0EA-3951EE90677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7800" y="183570"/>
            <a:ext cx="11684000" cy="66302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8246872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>
            <a:extLst>
              <a:ext uri="{FF2B5EF4-FFF2-40B4-BE49-F238E27FC236}">
                <a16:creationId xmlns:a16="http://schemas.microsoft.com/office/drawing/2014/main" id="{FDA7C38E-1D02-B1E5-5578-92C55BA63A4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2100" y="132648"/>
            <a:ext cx="11684000" cy="66268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3285254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>
            <a:extLst>
              <a:ext uri="{FF2B5EF4-FFF2-40B4-BE49-F238E27FC236}">
                <a16:creationId xmlns:a16="http://schemas.microsoft.com/office/drawing/2014/main" id="{C5A41BDA-522C-9EF5-FCC5-AFCEA0FF43E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9425" y="2186396"/>
            <a:ext cx="10883900" cy="2959845"/>
          </a:xfrm>
          <a:prstGeom prst="rect">
            <a:avLst/>
          </a:prstGeom>
        </p:spPr>
      </p:pic>
      <p:pic>
        <p:nvPicPr>
          <p:cNvPr id="6" name="图片 5">
            <a:extLst>
              <a:ext uri="{FF2B5EF4-FFF2-40B4-BE49-F238E27FC236}">
                <a16:creationId xmlns:a16="http://schemas.microsoft.com/office/drawing/2014/main" id="{6F183EE5-9CD1-94E5-F48B-34A71A62B0A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9425" y="1222374"/>
            <a:ext cx="11233150" cy="771856"/>
          </a:xfrm>
          <a:prstGeom prst="rect">
            <a:avLst/>
          </a:prstGeom>
        </p:spPr>
      </p:pic>
      <p:sp>
        <p:nvSpPr>
          <p:cNvPr id="8" name="文本框 7">
            <a:extLst>
              <a:ext uri="{FF2B5EF4-FFF2-40B4-BE49-F238E27FC236}">
                <a16:creationId xmlns:a16="http://schemas.microsoft.com/office/drawing/2014/main" id="{23F4B1B4-A02C-6A8A-D482-9AF9364528DA}"/>
              </a:ext>
            </a:extLst>
          </p:cNvPr>
          <p:cNvSpPr txBox="1"/>
          <p:nvPr/>
        </p:nvSpPr>
        <p:spPr>
          <a:xfrm>
            <a:off x="787400" y="5746234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dirty="0">
                <a:hlinkClick r:id="rId5"/>
              </a:rPr>
              <a:t>https://landscape-demo-omega.vercel.app/</a:t>
            </a:r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147035550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6940697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9713510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7750839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891882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4061530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2433737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3065882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5589237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6177090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4208526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0666389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6001612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2991924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7442784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8093674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4739101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0479743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26150245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10</Words>
  <Application>Microsoft Macintosh PowerPoint</Application>
  <DocSecurity>0</DocSecurity>
  <PresentationFormat>宽屏</PresentationFormat>
  <Paragraphs>1</Paragraphs>
  <Slides>24</Slides>
  <Notes>22</Notes>
  <HiddenSlides>0</HiddenSlides>
  <MMClips>0</MMClips>
  <ScaleCrop>false</ScaleCrop>
  <HeadingPairs>
    <vt:vector size="6" baseType="variant">
      <vt:variant>
        <vt:lpstr>已用的字体</vt:lpstr>
      </vt:variant>
      <vt:variant>
        <vt:i4>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24</vt:i4>
      </vt:variant>
    </vt:vector>
  </HeadingPairs>
  <TitlesOfParts>
    <vt:vector size="26" baseType="lpstr">
      <vt:lpstr>Calibri</vt:lpstr>
      <vt:lpstr>ChatGPT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小雅 夏</cp:lastModifiedBy>
  <cp:revision>1</cp:revision>
  <dcterms:created xsi:type="dcterms:W3CDTF">2026-07-29T13:48:24Z</dcterms:created>
  <dcterms:modified xsi:type="dcterms:W3CDTF">2026-07-29T14:11:39Z</dcterms:modified>
</cp:coreProperties>
</file>